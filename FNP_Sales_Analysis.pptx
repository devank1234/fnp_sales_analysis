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2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6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4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6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1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2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2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33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7787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7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5782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45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2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FNP Sales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dirty="0"/>
              <a:t>Devank Verma</a:t>
            </a:r>
          </a:p>
          <a:p>
            <a:r>
              <a:rPr dirty="0"/>
              <a:t>Tool: Microsoft Excel</a:t>
            </a:r>
          </a:p>
          <a:p>
            <a:r>
              <a:rPr dirty="0"/>
              <a:t>Objective: Analyze sales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FNP dataset</a:t>
            </a:r>
          </a:p>
          <a:p>
            <a:r>
              <a:t>Built Excel dashboard</a:t>
            </a:r>
          </a:p>
          <a:p>
            <a:r>
              <a:t>Revenue, customers, products,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₹35,20,984</a:t>
            </a:r>
          </a:p>
          <a:p>
            <a:r>
              <a:t>Avg Delivery: 5.53 days</a:t>
            </a:r>
          </a:p>
          <a:p>
            <a:r>
              <a:t>Avg Spend: ₹3,520</a:t>
            </a:r>
          </a:p>
          <a:p>
            <a:r>
              <a:t>Orders: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concentrated in few categories</a:t>
            </a:r>
          </a:p>
          <a:p>
            <a:r>
              <a:t>Dependency on limited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Occasion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sales on Anniversary, Rakhi, Valentine’s</a:t>
            </a:r>
          </a:p>
          <a:p>
            <a:r>
              <a:t>Highly seasonal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Peaks: Feb, Aug, Oct-Nov</a:t>
            </a:r>
          </a:p>
          <a:p>
            <a:r>
              <a:t>Off-season dips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dominate revenue</a:t>
            </a:r>
          </a:p>
          <a:p>
            <a:r>
              <a:t>Portfolio imbalance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avg spend</a:t>
            </a:r>
          </a:p>
          <a:p>
            <a:r>
              <a:t>Scope for premium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Avg ~5.5 days</a:t>
            </a:r>
          </a:p>
          <a:p>
            <a:r>
              <a:t>Delays during peak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City-wise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cities dominate</a:t>
            </a:r>
          </a:p>
          <a:p>
            <a:r>
              <a:t>Uneven demand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vs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orders → longer delivery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 top products</a:t>
            </a:r>
          </a:p>
          <a:p>
            <a:r>
              <a:t>Occasion marketing</a:t>
            </a:r>
          </a:p>
          <a:p>
            <a:r>
              <a:t>Premium combos</a:t>
            </a:r>
          </a:p>
          <a:p>
            <a:r>
              <a:t>Better logistics</a:t>
            </a:r>
          </a:p>
          <a:p>
            <a:r>
              <a:t>Expand cities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Seasonal business</a:t>
            </a:r>
          </a:p>
          <a:p>
            <a:r>
              <a:t>Concentrated revenue</a:t>
            </a:r>
          </a:p>
          <a:p>
            <a:r>
              <a:t>Scope in logistics &amp; marketing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3363" y="1165781"/>
            <a:ext cx="5037058" cy="4669411"/>
          </a:xfrm>
        </p:spPr>
        <p:txBody>
          <a:bodyPr/>
          <a:lstStyle/>
          <a:p>
            <a:pPr algn="ctr"/>
            <a:r>
              <a:rPr sz="8800" dirty="0"/>
              <a:t>Thank</a:t>
            </a:r>
            <a:r>
              <a:rPr dirty="0"/>
              <a:t> </a:t>
            </a:r>
            <a:r>
              <a:rPr sz="960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151</Words>
  <Application>Microsoft Office PowerPoint</Application>
  <PresentationFormat>On-screen Show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FNP Sales Data Analysis</vt:lpstr>
      <vt:lpstr>Project Overview</vt:lpstr>
      <vt:lpstr>Key Metrics</vt:lpstr>
      <vt:lpstr>Revenue Insights</vt:lpstr>
      <vt:lpstr>Occasion Analysis</vt:lpstr>
      <vt:lpstr>Monthly Trends</vt:lpstr>
      <vt:lpstr>Top Products</vt:lpstr>
      <vt:lpstr>Customer Behavior</vt:lpstr>
      <vt:lpstr>Delivery Performance</vt:lpstr>
      <vt:lpstr>City-wise Orders</vt:lpstr>
      <vt:lpstr>Order vs Delivery</vt:lpstr>
      <vt:lpstr>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devank verma</cp:lastModifiedBy>
  <cp:revision>2</cp:revision>
  <dcterms:created xsi:type="dcterms:W3CDTF">2013-01-27T09:14:16Z</dcterms:created>
  <dcterms:modified xsi:type="dcterms:W3CDTF">2026-04-13T18:14:28Z</dcterms:modified>
  <cp:category/>
</cp:coreProperties>
</file>